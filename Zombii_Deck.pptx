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849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number, not the features. 'The average person quietly loses thousands a year to subscriptions on autopilot. Meet Zombii — it finds that money and gets it back.'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pain plainly. Everyone in the room has a forgotten subscription. The data to stop it is already in the statement — it's just unreadable.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maps directly to the brief's four requirements — and then goes one step further: it 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features, but say the theme out loud: detect, predict, act. That arc is the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LLM parses ANY format, so a judge can upload their own real statement live. The engine is unit-tested.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browser. Follow the 4-beat arc. Come back to slide 7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you from the 20 other subscription trackers. Say the tagline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 and the live link. Invite them to try it on their own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15544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Zombii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money you're silently losing</a:t>
            </a:r>
            <a:r>
              <a:rPr lang="en-US" sz="22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get it back.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subscription-leak detector.  It scans your bank statement, SMS or email, finds every recurring charge, catches silent price hikes and zombie subscriptions, scores the leak — and drafts the cancellation email for you.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r>
              <a:rPr lang="en-US" sz="13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zombii.vercel.app</a:t>
            </a:r>
            <a:r>
              <a:rPr lang="en-US" sz="13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GitHub:  </a:t>
            </a:r>
            <a:r>
              <a:rPr lang="en-US" sz="13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github.com/Mukul07777/zombii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CityZen</a:t>
            </a:r>
            <a:r>
              <a:rPr lang="en-US" sz="13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Mukul (Team Lead) · Gauranshi Garg · Pushkar Kumar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InnovaHack Chapter-1  ·  National Level Hackathon  ·  FinTech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66760" y="1645920"/>
            <a:ext cx="3246120" cy="3474720"/>
          </a:xfrm>
          <a:prstGeom prst="roundRect">
            <a:avLst>
              <a:gd name="adj" fmla="val 3380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LEAKING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₹24,588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59536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year, on autopilot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95360" y="4297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4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subscriptions   </a:t>
            </a:r>
            <a:r>
              <a:rPr lang="en-US" sz="1400" b="1" dirty="0">
                <a:solidFill>
                  <a:srgbClr val="E23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4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zombie   </a:t>
            </a:r>
            <a:r>
              <a:rPr lang="en-US" sz="14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hikes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leaks out quietly — and no one reads their statement line by line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6583680" cy="4114800"/>
          </a:xfrm>
          <a:prstGeom prst="roundRect">
            <a:avLst>
              <a:gd name="adj" fmla="val 2667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77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1  ·  FINTECH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Subscription &amp; Recurring Payment Leak Detector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 people are quietly losing money every month to subscriptions they forgot about, price hikes they never noticed, and services they no longer use — buried inside cluttered bank statements, SMS alerts and email inboxes that no one has time to review line by line."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06640" y="210312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26282E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35240" y="2423160"/>
            <a:ext cx="594360" cy="59436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0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27249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you stopped using but keep paying for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6640" y="352044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26282E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3840480"/>
            <a:ext cx="594360" cy="59436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hikes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41422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creep up and the charge just goes through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06640" y="493776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26282E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35240" y="5257800"/>
            <a:ext cx="594360" cy="59436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5257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5166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Unreadable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55595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in your statement — but no one reads it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Zombii turns an unreadable statement into money back — in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95144"/>
            <a:ext cx="457200" cy="457200"/>
          </a:xfrm>
          <a:prstGeom prst="ellipse">
            <a:avLst/>
          </a:prstGeom>
          <a:solidFill>
            <a:srgbClr val="35C07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1671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recurring charges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94960" y="2167128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Merchant-cleaning + cadence analysis, with a confidence score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08376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54680"/>
            <a:ext cx="457200" cy="457200"/>
          </a:xfrm>
          <a:prstGeom prst="ellipse">
            <a:avLst/>
          </a:prstGeom>
          <a:solidFill>
            <a:srgbClr val="35C07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02666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silent price hikes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94960" y="3026664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jump AND statistical z-score anomaly detection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867912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014216"/>
            <a:ext cx="457200" cy="457200"/>
          </a:xfrm>
          <a:prstGeom prst="ellipse">
            <a:avLst/>
          </a:prstGeom>
          <a:solidFill>
            <a:srgbClr val="35C07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8862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unused 'zombies'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94960" y="388620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Stale-charge patterns reveal what you no longer use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27448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873752"/>
            <a:ext cx="457200" cy="457200"/>
          </a:xfrm>
          <a:prstGeom prst="ellipse">
            <a:avLst/>
          </a:prstGeom>
          <a:solidFill>
            <a:srgbClr val="35C07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7457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leak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394960" y="4745736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leak score per subscription + category cost view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586984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733288"/>
            <a:ext cx="457200" cy="457200"/>
          </a:xfrm>
          <a:prstGeom prst="ellipse">
            <a:avLst/>
          </a:prstGeom>
          <a:solidFill>
            <a:srgbClr val="35C07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733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560527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Act, don't just advise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394960" y="5605272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/ downgrade / renegotiate — AI drafts the email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 subscription list — it predicts, persuades and acts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detector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subs that kept charging after you stopped using them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33672" y="196596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2240280"/>
            <a:ext cx="640080" cy="640080"/>
          </a:xfrm>
          <a:prstGeom prst="ellipse">
            <a:avLst/>
          </a:prstGeom>
          <a:solidFill>
            <a:srgbClr val="E23E2E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07992" y="29260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Silent-hike alerts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07992" y="329184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price rises with the exact before / after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18704" y="196596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2240280"/>
            <a:ext cx="640080" cy="64008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16" name="Text 14"/>
          <p:cNvSpPr/>
          <p:nvPr/>
        </p:nvSpPr>
        <p:spPr>
          <a:xfrm>
            <a:off x="8193024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3024" y="29260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finder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93024" y="329184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services in one category — waste others miss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389120"/>
            <a:ext cx="640080" cy="640080"/>
          </a:xfrm>
          <a:prstGeom prst="ellipse">
            <a:avLst/>
          </a:prstGeom>
          <a:solidFill>
            <a:srgbClr val="E23E2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Guardian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" y="544068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free trials about to auto-charge, before they hit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33672" y="411480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4389120"/>
            <a:ext cx="640080" cy="64008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26" name="Text 24"/>
          <p:cNvSpPr/>
          <p:nvPr/>
        </p:nvSpPr>
        <p:spPr>
          <a:xfrm>
            <a:off x="4507992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07992" y="507492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to Wealth sim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507992" y="544068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wasted money becomes if invested instead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918704" y="411480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3024" y="4389120"/>
            <a:ext cx="640080" cy="640080"/>
          </a:xfrm>
          <a:prstGeom prst="ellipse">
            <a:avLst/>
          </a:prstGeom>
          <a:solidFill>
            <a:srgbClr val="E23E2E"/>
          </a:solidFill>
          <a:ln/>
        </p:spPr>
      </p:sp>
      <p:sp>
        <p:nvSpPr>
          <p:cNvPr id="31" name="Text 29"/>
          <p:cNvSpPr/>
          <p:nvPr/>
        </p:nvSpPr>
        <p:spPr>
          <a:xfrm>
            <a:off x="8193024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193024" y="507492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Zombii (AI)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193024" y="544068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Voice-enabled assistant + AI-drafted cancellation emails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parsing + a real detection engine, on serverless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331720"/>
            <a:ext cx="685800" cy="68580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3520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CSV, or paste SMS / email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08960" y="26517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74720" y="20574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0752" y="2331720"/>
            <a:ext cx="685800" cy="68580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12" name="Text 10"/>
          <p:cNvSpPr/>
          <p:nvPr/>
        </p:nvSpPr>
        <p:spPr>
          <a:xfrm>
            <a:off x="3730752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30752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30752" y="3520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structures any format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35040" y="26517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0" y="20574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56832" y="2331720"/>
            <a:ext cx="685800" cy="68580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18" name="Text 16"/>
          <p:cNvSpPr/>
          <p:nvPr/>
        </p:nvSpPr>
        <p:spPr>
          <a:xfrm>
            <a:off x="6656832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56832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56832" y="3520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+ z-score anomaly engine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61120" y="26517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326880" y="20574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82912" y="2331720"/>
            <a:ext cx="685800" cy="68580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24" name="Text 22"/>
          <p:cNvSpPr/>
          <p:nvPr/>
        </p:nvSpPr>
        <p:spPr>
          <a:xfrm>
            <a:off x="9582912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582912" y="3154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82912" y="3520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scores + AI-drafted emails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11064240" cy="1783080"/>
          </a:xfrm>
          <a:prstGeom prst="roundRect">
            <a:avLst>
              <a:gd name="adj" fmla="val 6154"/>
            </a:avLst>
          </a:prstGeom>
          <a:solidFill>
            <a:srgbClr val="26282E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React Router   |   Vercel Serverless Functions   |   Groq · llama-3.3-70b   |   Node test runner (10 passing)   |   Dependency-free SVG charts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 — statements are analysed on-demand and never stored.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F7941D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21945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watch Zombii</a:t>
            </a:r>
            <a:endParaRPr lang="en-US" sz="5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money.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 a statement   </a:t>
            </a:r>
            <a:r>
              <a:rPr lang="en-US" sz="16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6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2. Reveal the leak   </a:t>
            </a:r>
            <a:r>
              <a:rPr lang="en-US" sz="16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6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3. Kill a zombie   </a:t>
            </a:r>
            <a:r>
              <a:rPr lang="en-US" sz="16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6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4. AI writes the email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zombii.vercel.app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finds leaks. Zombii gets the money back.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Agentic, not heuristic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3288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parses any statement, SMS or email — not just one CSV format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96596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autonomously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53288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+ one-tap sends cancellation &amp; discount-negotiation emails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waste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39502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detector + Trial Guardian catch money other tools miss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38328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payoff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39502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to Wealth simulator turns waste into a wake-up call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26282E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20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&amp; scalable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46811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serverless — scales on demand.   Production path via India's Account Aggregator.   Freemium model: free scanning, paid auto-negotiation &amp; monitoring.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6400800" cy="6400800"/>
          </a:xfrm>
          <a:prstGeom prst="ellipse">
            <a:avLst/>
          </a:prstGeom>
          <a:solidFill>
            <a:srgbClr val="E23E2E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subscriptions</a:t>
            </a:r>
            <a:endParaRPr lang="en-US" sz="5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draining you.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1E2025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5720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 </a:t>
            </a:r>
            <a:r>
              <a:rPr lang="en-US" sz="16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zombii.vercel.app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 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github.com/Mukul07777/zombii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0960" y="4709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6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CityZen
</a:t>
            </a:r>
            <a:r>
              <a:rPr lang="en-US" sz="1300" dirty="0">
                <a:solidFill>
                  <a:srgbClr val="9A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Mukul (Team Lead) · Gauranshi Garg · Pushkar Kumar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</Words>
  <Application>Microsoft Office PowerPoint</Application>
  <PresentationFormat>Widescreen</PresentationFormat>
  <Paragraphs>123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mukul .</cp:lastModifiedBy>
  <cp:revision>1</cp:revision>
  <dcterms:created xsi:type="dcterms:W3CDTF">2026-07-26T03:18:01Z</dcterms:created>
  <dcterms:modified xsi:type="dcterms:W3CDTF">2026-07-26T03:23:03Z</dcterms:modified>
</cp:coreProperties>
</file>